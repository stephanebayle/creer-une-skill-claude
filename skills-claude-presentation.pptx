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propose de l'enregistrer.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un bouton enregistre la skill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Claude Code demande la permission avant de modifier un fichier ou de lancer une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 il va vous poser des questions, répondez-y franchement. Quatre : tester, dans une nouvelle conversation, avec une demande naturelle, sans nommer la skill. Est-ce qu'elle se déclenche ? Est-ce que le résultat est bon ?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s'appuie sur sa skill intégrée de création de skills (« skill-creator ») et pose des questions : qui lit ces comptes rendus ? quelle longueur ? avez-vous un exemple ? Répondez, collez un ancien compte rendu réussi. Claude rédige le SKILL.md et vous le montre : faites lire la description à voix haute à la salle. Puis il propose d'enregistrer la skill : un clic, et elle apparaît dans Personnaliser › Skills. Enfin, testez : ouvrez une nouvelle conversation, collez des notes en vrac et dites simplement « tu peux m'en faire un compte rendu ? ». La skill doit se déclencher seule.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Mettez les mots que vous emploieriez vraiment. Deuxième secret : un exemple réussi vaut dix consignes. Claude imite très bien : donnez-lui un vrai compte rendu que vous aimez. Troisième secret : une skill, une tâche. Mieux vaut trois petites skills claires qu'une grosse skill « tout-en-un » que Claude ne saura pas quand déclencher. Et restez court : si vos instructions dépassent deux pages, c'est souvent qu'il y a deux skills.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la skill et vous l'enregistrez.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dans Personnaliser › Skills, vous pouvez télécharger votre skill en .zip et l'envoyer.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Huit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la description de chaque skill activée, et elle seule, pour décider s'il ouvre la skill.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5-2.png"/><Relationship Id="rId3" Type="http://schemas.openxmlformats.org/officeDocument/2006/relationships/image" Target="../media/image-13-3.png"/><Relationship Id="rId4" Type="http://schemas.openxmlformats.org/officeDocument/2006/relationships/image" Target="../media/image-5-2.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2.png"/><Relationship Id="rId2" Type="http://schemas.openxmlformats.org/officeDocument/2006/relationships/image" Target="../media/image-19-1.png"/><Relationship Id="rId3" Type="http://schemas.openxmlformats.org/officeDocument/2006/relationships/image" Target="../media/image-3-5.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1.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13-1.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image" Target="../media/image-48-7.pn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PDF</a:t>
            </a:r>
            <a:endParaRPr lang="fr-FR" sz="2000" dirty="0"/>
          </a:p>
        </p:txBody>
      </p:sp>
      <p:sp>
        <p:nvSpPr>
          <p:cNvPr id="40" name="Shape 31"/>
          <p:cNvSpPr/>
          <p:nvPr/>
        </p:nvSpPr>
        <p:spPr>
          <a:xfrm>
            <a:off x="9692640" y="5230368"/>
            <a:ext cx="731520" cy="329184"/>
          </a:xfrm>
          <a:prstGeom prst="roundRect">
            <a:avLst>
              <a:gd name="adj" fmla="val 50000"/>
            </a:avLst>
          </a:prstGeom>
          <a:solidFill>
            <a:srgbClr val="C3C9D2"/>
          </a:solidFill>
          <a:ln/>
        </p:spPr>
      </p:sp>
      <p:sp>
        <p:nvSpPr>
          <p:cNvPr id="41" name="Shape 32"/>
          <p:cNvSpPr/>
          <p:nvPr/>
        </p:nvSpPr>
        <p:spPr>
          <a:xfrm>
            <a:off x="9729216"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Shape 1"/>
          <p:cNvSpPr/>
          <p:nvPr/>
        </p:nvSpPr>
        <p:spPr>
          <a:xfrm>
            <a:off x="731520" y="2011680"/>
            <a:ext cx="3108960" cy="3291840"/>
          </a:xfrm>
          <a:prstGeom prst="roundRect">
            <a:avLst>
              <a:gd name="adj" fmla="val 4412"/>
            </a:avLst>
          </a:prstGeom>
          <a:solidFill>
            <a:srgbClr val="F1F3F6"/>
          </a:solidFill>
          <a:ln/>
        </p:spPr>
      </p:sp>
      <p:sp>
        <p:nvSpPr>
          <p:cNvPr id="4" name="Shape 2"/>
          <p:cNvSpPr/>
          <p:nvPr/>
        </p:nvSpPr>
        <p:spPr>
          <a:xfrm>
            <a:off x="1600200" y="2331720"/>
            <a:ext cx="1371600" cy="137160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943100" y="2674620"/>
            <a:ext cx="685800" cy="685800"/>
          </a:xfrm>
          <a:prstGeom prst="rect">
            <a:avLst/>
          </a:prstGeom>
        </p:spPr>
      </p:pic>
      <p:sp>
        <p:nvSpPr>
          <p:cNvPr id="6" name="Text 3"/>
          <p:cNvSpPr txBox="1"/>
          <p:nvPr/>
        </p:nvSpPr>
        <p:spPr>
          <a:xfrm>
            <a:off x="731520"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Trouver</a:t>
            </a:r>
            <a:endParaRPr lang="fr-FR" sz="2800" dirty="0"/>
          </a:p>
        </p:txBody>
      </p:sp>
      <p:sp>
        <p:nvSpPr>
          <p:cNvPr id="7" name="Text 4"/>
          <p:cNvSpPr txBox="1"/>
          <p:nvPr/>
        </p:nvSpPr>
        <p:spPr>
          <a:xfrm>
            <a:off x="914400"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un dépôt de confiance</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916604" y="3383280"/>
            <a:ext cx="548640" cy="548640"/>
          </a:xfrm>
          <a:prstGeom prst="rect">
            <a:avLst/>
          </a:prstGeom>
        </p:spPr>
      </p:pic>
      <p:sp>
        <p:nvSpPr>
          <p:cNvPr id="9" name="Shape 5"/>
          <p:cNvSpPr/>
          <p:nvPr/>
        </p:nvSpPr>
        <p:spPr>
          <a:xfrm>
            <a:off x="4541368" y="2011680"/>
            <a:ext cx="3108960" cy="3291840"/>
          </a:xfrm>
          <a:prstGeom prst="roundRect">
            <a:avLst>
              <a:gd name="adj" fmla="val 4412"/>
            </a:avLst>
          </a:prstGeom>
          <a:solidFill>
            <a:srgbClr val="F1F3F6"/>
          </a:solidFill>
          <a:ln/>
        </p:spPr>
      </p:sp>
      <p:sp>
        <p:nvSpPr>
          <p:cNvPr id="10" name="Shape 6"/>
          <p:cNvSpPr/>
          <p:nvPr/>
        </p:nvSpPr>
        <p:spPr>
          <a:xfrm>
            <a:off x="5410048" y="2331720"/>
            <a:ext cx="1371600" cy="1371600"/>
          </a:xfrm>
          <a:prstGeom prst="ellipse">
            <a:avLst/>
          </a:prstGeom>
          <a:solidFill>
            <a:srgbClr val="1B2233"/>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52948" y="2674620"/>
            <a:ext cx="685800" cy="685800"/>
          </a:xfrm>
          <a:prstGeom prst="rect">
            <a:avLst/>
          </a:prstGeom>
        </p:spPr>
      </p:pic>
      <p:sp>
        <p:nvSpPr>
          <p:cNvPr id="12" name="Text 7"/>
          <p:cNvSpPr txBox="1"/>
          <p:nvPr/>
        </p:nvSpPr>
        <p:spPr>
          <a:xfrm>
            <a:off x="4541368"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Télécharger</a:t>
            </a:r>
            <a:endParaRPr lang="fr-FR" sz="2800" dirty="0"/>
          </a:p>
        </p:txBody>
      </p:sp>
      <p:sp>
        <p:nvSpPr>
          <p:cNvPr id="13" name="Text 8"/>
          <p:cNvSpPr txBox="1"/>
          <p:nvPr/>
        </p:nvSpPr>
        <p:spPr>
          <a:xfrm>
            <a:off x="4724248"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le dossier en .zip</a:t>
            </a:r>
            <a:endParaRPr lang="fr-FR" sz="1800" dirty="0"/>
          </a:p>
        </p:txBody>
      </p:sp>
      <p:pic>
        <p:nvPicPr>
          <p:cNvPr id="1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26451" y="3383280"/>
            <a:ext cx="548640" cy="548640"/>
          </a:xfrm>
          <a:prstGeom prst="rect">
            <a:avLst/>
          </a:prstGeom>
        </p:spPr>
      </p:pic>
      <p:sp>
        <p:nvSpPr>
          <p:cNvPr id="15" name="Shape 9"/>
          <p:cNvSpPr/>
          <p:nvPr/>
        </p:nvSpPr>
        <p:spPr>
          <a:xfrm>
            <a:off x="8351215" y="2011680"/>
            <a:ext cx="3108960" cy="3291840"/>
          </a:xfrm>
          <a:prstGeom prst="roundRect">
            <a:avLst>
              <a:gd name="adj" fmla="val 4412"/>
            </a:avLst>
          </a:prstGeom>
          <a:solidFill>
            <a:srgbClr val="F1F3F6"/>
          </a:solidFill>
          <a:ln/>
        </p:spPr>
      </p:sp>
      <p:sp>
        <p:nvSpPr>
          <p:cNvPr id="16" name="Shape 10"/>
          <p:cNvSpPr/>
          <p:nvPr/>
        </p:nvSpPr>
        <p:spPr>
          <a:xfrm>
            <a:off x="9219895" y="2331720"/>
            <a:ext cx="1371600" cy="1371600"/>
          </a:xfrm>
          <a:prstGeom prst="ellipse">
            <a:avLst/>
          </a:prstGeom>
          <a:solidFill>
            <a:srgbClr val="B8235A"/>
          </a:solidFill>
          <a:ln/>
        </p:spPr>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62795" y="2674620"/>
            <a:ext cx="685800" cy="685800"/>
          </a:xfrm>
          <a:prstGeom prst="rect">
            <a:avLst/>
          </a:prstGeom>
        </p:spPr>
      </p:pic>
      <p:sp>
        <p:nvSpPr>
          <p:cNvPr id="18" name="Text 11"/>
          <p:cNvSpPr txBox="1"/>
          <p:nvPr/>
        </p:nvSpPr>
        <p:spPr>
          <a:xfrm>
            <a:off x="8351215"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Importer</a:t>
            </a:r>
            <a:endParaRPr lang="fr-FR" sz="2800" dirty="0"/>
          </a:p>
        </p:txBody>
      </p:sp>
      <p:sp>
        <p:nvSpPr>
          <p:cNvPr id="19" name="Text 12"/>
          <p:cNvSpPr txBox="1"/>
          <p:nvPr/>
        </p:nvSpPr>
        <p:spPr>
          <a:xfrm>
            <a:off x="8534095"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Personnaliser › Skills › +</a:t>
            </a:r>
            <a:endParaRPr lang="fr-FR" sz="1800" dirty="0"/>
          </a:p>
        </p:txBody>
      </p:sp>
      <p:sp>
        <p:nvSpPr>
          <p:cNvPr id="20" name="Shape 13"/>
          <p:cNvSpPr/>
          <p:nvPr/>
        </p:nvSpPr>
        <p:spPr>
          <a:xfrm>
            <a:off x="2194560" y="5577840"/>
            <a:ext cx="7772400" cy="548640"/>
          </a:xfrm>
          <a:prstGeom prst="roundRect">
            <a:avLst>
              <a:gd name="adj" fmla="val 25000"/>
            </a:avLst>
          </a:prstGeom>
          <a:solidFill>
            <a:srgbClr val="E6EDFA"/>
          </a:solidFill>
          <a:ln/>
        </p:spPr>
      </p:sp>
      <p:sp>
        <p:nvSpPr>
          <p:cNvPr id="21" name="Text 14"/>
          <p:cNvSpPr txBox="1"/>
          <p:nvPr/>
        </p:nvSpPr>
        <p:spPr>
          <a:xfrm>
            <a:off x="2194560" y="5577840"/>
            <a:ext cx="7772400" cy="548640"/>
          </a:xfrm>
          <a:prstGeom prst="rect">
            <a:avLst/>
          </a:prstGeom>
          <a:noFill/>
          <a:ln/>
        </p:spPr>
        <p:txBody>
          <a:bodyPr wrap="square" lIns="0" tIns="0" rIns="0" bIns="0" rtlCol="0" anchor="ctr"/>
          <a:lstStyle/>
          <a:p>
            <a:pPr algn="ctr" indent="0" marL="0">
              <a:buNone/>
            </a:pPr>
            <a:r>
              <a:rPr lang="fr-FR" altLang="en-US" sz="2000" b="1" dirty="0">
                <a:solidFill>
                  <a:srgbClr val="2F5FC4"/>
                </a:solidFill>
                <a:latin typeface="Calibri" pitchFamily="34" charset="0"/>
                <a:ea typeface="Calibri" pitchFamily="34" charset="-122"/>
                <a:cs typeface="Calibri" pitchFamily="34" charset="-120"/>
              </a:rPr>
              <a:t>Réf. : </a:t>
            </a:r>
            <a:pPr algn="ct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22"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3"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Votre skill vous suit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Enregistré en 1 clic</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Il demande avant d'agir</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sp>
        <p:nvSpPr>
          <p:cNvPr id="3" name="Shape 1"/>
          <p:cNvSpPr/>
          <p:nvPr/>
        </p:nvSpPr>
        <p:spPr>
          <a:xfrm>
            <a:off x="1097280" y="2697480"/>
            <a:ext cx="9997135" cy="0"/>
          </a:xfrm>
          <a:prstGeom prst="line">
            <a:avLst/>
          </a:prstGeom>
          <a:noFill/>
          <a:ln w="50800">
            <a:solidFill>
              <a:srgbClr val="D5D9E0"/>
            </a:solidFill>
            <a:prstDash val="solid"/>
          </a:ln>
        </p:spPr>
      </p:sp>
      <p:sp>
        <p:nvSpPr>
          <p:cNvPr id="4" name="Shape 2"/>
          <p:cNvSpPr/>
          <p:nvPr/>
        </p:nvSpPr>
        <p:spPr>
          <a:xfrm>
            <a:off x="960120" y="2103120"/>
            <a:ext cx="1188720" cy="118872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57300" y="2400300"/>
            <a:ext cx="594360" cy="594360"/>
          </a:xfrm>
          <a:prstGeom prst="rect">
            <a:avLst/>
          </a:prstGeom>
        </p:spPr>
      </p:pic>
      <p:sp>
        <p:nvSpPr>
          <p:cNvPr id="6" name="Text 3"/>
          <p:cNvSpPr txBox="1"/>
          <p:nvPr/>
        </p:nvSpPr>
        <p:spPr>
          <a:xfrm>
            <a:off x="411480"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sp>
        <p:nvSpPr>
          <p:cNvPr id="7" name="Shape 4"/>
          <p:cNvSpPr/>
          <p:nvPr/>
        </p:nvSpPr>
        <p:spPr>
          <a:xfrm>
            <a:off x="3230804" y="2103120"/>
            <a:ext cx="1188720" cy="118872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27984" y="2400300"/>
            <a:ext cx="594360" cy="594360"/>
          </a:xfrm>
          <a:prstGeom prst="rect">
            <a:avLst/>
          </a:prstGeom>
        </p:spPr>
      </p:pic>
      <p:sp>
        <p:nvSpPr>
          <p:cNvPr id="9" name="Text 5"/>
          <p:cNvSpPr txBox="1"/>
          <p:nvPr/>
        </p:nvSpPr>
        <p:spPr>
          <a:xfrm>
            <a:off x="2682164"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10" name="Text 6"/>
          <p:cNvSpPr txBox="1"/>
          <p:nvPr/>
        </p:nvSpPr>
        <p:spPr>
          <a:xfrm>
            <a:off x="2682164" y="393192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sp>
        <p:nvSpPr>
          <p:cNvPr id="11" name="Shape 7"/>
          <p:cNvSpPr/>
          <p:nvPr/>
        </p:nvSpPr>
        <p:spPr>
          <a:xfrm>
            <a:off x="5501488" y="2103120"/>
            <a:ext cx="1188720" cy="1188720"/>
          </a:xfrm>
          <a:prstGeom prst="ellipse">
            <a:avLst/>
          </a:prstGeom>
          <a:solidFill>
            <a:srgbClr val="1B2233"/>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98668" y="2400300"/>
            <a:ext cx="594360" cy="594360"/>
          </a:xfrm>
          <a:prstGeom prst="rect">
            <a:avLst/>
          </a:prstGeom>
        </p:spPr>
      </p:pic>
      <p:sp>
        <p:nvSpPr>
          <p:cNvPr id="13" name="Text 8"/>
          <p:cNvSpPr txBox="1"/>
          <p:nvPr/>
        </p:nvSpPr>
        <p:spPr>
          <a:xfrm>
            <a:off x="4952848"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sp>
        <p:nvSpPr>
          <p:cNvPr id="14" name="Shape 9"/>
          <p:cNvSpPr/>
          <p:nvPr/>
        </p:nvSpPr>
        <p:spPr>
          <a:xfrm>
            <a:off x="7772171" y="2103120"/>
            <a:ext cx="1188720" cy="1188720"/>
          </a:xfrm>
          <a:prstGeom prst="ellipse">
            <a:avLst/>
          </a:prstGeom>
          <a:solidFill>
            <a:srgbClr val="1F7A50"/>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069351" y="2400300"/>
            <a:ext cx="594360" cy="594360"/>
          </a:xfrm>
          <a:prstGeom prst="rect">
            <a:avLst/>
          </a:prstGeom>
        </p:spPr>
      </p:pic>
      <p:sp>
        <p:nvSpPr>
          <p:cNvPr id="16" name="Text 10"/>
          <p:cNvSpPr txBox="1"/>
          <p:nvPr/>
        </p:nvSpPr>
        <p:spPr>
          <a:xfrm>
            <a:off x="7223531"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valide</a:t>
            </a:r>
            <a:endParaRPr lang="fr-FR" sz="2200" dirty="0"/>
          </a:p>
        </p:txBody>
      </p:sp>
      <p:sp>
        <p:nvSpPr>
          <p:cNvPr id="17" name="Text 11"/>
          <p:cNvSpPr txBox="1"/>
          <p:nvPr/>
        </p:nvSpPr>
        <p:spPr>
          <a:xfrm>
            <a:off x="7223531" y="393192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sp>
        <p:nvSpPr>
          <p:cNvPr id="18" name="Shape 12"/>
          <p:cNvSpPr/>
          <p:nvPr/>
        </p:nvSpPr>
        <p:spPr>
          <a:xfrm>
            <a:off x="10042855" y="2103120"/>
            <a:ext cx="1188720" cy="1188720"/>
          </a:xfrm>
          <a:prstGeom prst="ellipse">
            <a:avLst/>
          </a:prstGeom>
          <a:solidFill>
            <a:srgbClr val="B8235A"/>
          </a:solidFill>
          <a:ln/>
        </p:spPr>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340035" y="2400300"/>
            <a:ext cx="594360" cy="594360"/>
          </a:xfrm>
          <a:prstGeom prst="rect">
            <a:avLst/>
          </a:prstGeom>
        </p:spPr>
      </p:pic>
      <p:sp>
        <p:nvSpPr>
          <p:cNvPr id="20" name="Text 13"/>
          <p:cNvSpPr txBox="1"/>
          <p:nvPr/>
        </p:nvSpPr>
        <p:spPr>
          <a:xfrm>
            <a:off x="9494215"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exécute</a:t>
            </a:r>
            <a:endParaRPr lang="fr-FR" sz="2200" dirty="0"/>
          </a:p>
        </p:txBody>
      </p:sp>
      <p:sp>
        <p:nvSpPr>
          <p:cNvPr id="21" name="Shape 14"/>
          <p:cNvSpPr/>
          <p:nvPr/>
        </p:nvSpPr>
        <p:spPr>
          <a:xfrm>
            <a:off x="2727884" y="4434840"/>
            <a:ext cx="6735928" cy="457200"/>
          </a:xfrm>
          <a:prstGeom prst="roundRect">
            <a:avLst>
              <a:gd name="adj" fmla="val 50000"/>
            </a:avLst>
          </a:prstGeom>
          <a:solidFill>
            <a:srgbClr val="E6EDFA"/>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2956484" y="4526280"/>
            <a:ext cx="274320" cy="274320"/>
          </a:xfrm>
          <a:prstGeom prst="rect">
            <a:avLst/>
          </a:prstGeom>
        </p:spPr>
      </p:pic>
      <p:sp>
        <p:nvSpPr>
          <p:cNvPr id="23" name="Text 15"/>
          <p:cNvSpPr txBox="1"/>
          <p:nvPr/>
        </p:nvSpPr>
        <p:spPr>
          <a:xfrm>
            <a:off x="3322244" y="4434840"/>
            <a:ext cx="6004408" cy="457200"/>
          </a:xfrm>
          <a:prstGeom prst="rect">
            <a:avLst/>
          </a:prstGeom>
          <a:noFill/>
          <a:ln/>
        </p:spPr>
        <p:txBody>
          <a:bodyPr wrap="square" lIns="0" tIns="0" rIns="0" bIns="0" rtlCol="0" anchor="ctr"/>
          <a:lstStyle/>
          <a:p>
            <a:pPr indent="0" marL="0">
              <a:buNone/>
            </a:pPr>
            <a:r>
              <a:rPr lang="fr-FR" altLang="en-US" sz="1700" b="1" dirty="0">
                <a:solidFill>
                  <a:srgbClr val="2F5FC4"/>
                </a:solidFill>
                <a:latin typeface="Calibri" pitchFamily="34" charset="0"/>
                <a:ea typeface="Calibri" pitchFamily="34" charset="-122"/>
                <a:cs typeface="Calibri" pitchFamily="34" charset="-120"/>
              </a:rPr>
              <a:t>Aucun fichier modifié</a:t>
            </a:r>
            <a:endParaRPr lang="fr-FR" sz="1700" dirty="0"/>
          </a:p>
        </p:txBody>
      </p:sp>
      <p:sp>
        <p:nvSpPr>
          <p:cNvPr id="24" name="Text 16"/>
          <p:cNvSpPr txBox="1"/>
          <p:nvPr/>
        </p:nvSpPr>
        <p:spPr>
          <a:xfrm>
            <a:off x="731520" y="53492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5" name="Shape 17"/>
          <p:cNvSpPr/>
          <p:nvPr/>
        </p:nvSpPr>
        <p:spPr>
          <a:xfrm>
            <a:off x="310896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8"/>
          <p:cNvSpPr txBox="1"/>
          <p:nvPr/>
        </p:nvSpPr>
        <p:spPr>
          <a:xfrm>
            <a:off x="310896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7" name="Shape 19"/>
          <p:cNvSpPr/>
          <p:nvPr/>
        </p:nvSpPr>
        <p:spPr>
          <a:xfrm>
            <a:off x="594360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20"/>
          <p:cNvSpPr txBox="1"/>
          <p:nvPr/>
        </p:nvSpPr>
        <p:spPr>
          <a:xfrm>
            <a:off x="594360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9" name="Shape 21"/>
          <p:cNvSpPr/>
          <p:nvPr/>
        </p:nvSpPr>
        <p:spPr>
          <a:xfrm>
            <a:off x="877824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30" name="Text 22"/>
          <p:cNvSpPr txBox="1"/>
          <p:nvPr/>
        </p:nvSpPr>
        <p:spPr>
          <a:xfrm>
            <a:off x="877824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31"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1097280" y="3154680"/>
            <a:ext cx="9997135" cy="0"/>
          </a:xfrm>
          <a:prstGeom prst="line">
            <a:avLst/>
          </a:prstGeom>
          <a:noFill/>
          <a:ln w="50800">
            <a:solidFill>
              <a:srgbClr val="D5D9E0"/>
            </a:solidFill>
            <a:prstDash val="solid"/>
          </a:ln>
        </p:spPr>
      </p:sp>
      <p:sp>
        <p:nvSpPr>
          <p:cNvPr id="4" name="Shape 2"/>
          <p:cNvSpPr/>
          <p:nvPr/>
        </p:nvSpPr>
        <p:spPr>
          <a:xfrm>
            <a:off x="914400" y="2514600"/>
            <a:ext cx="1280160" cy="128016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34440" y="2834640"/>
            <a:ext cx="640080" cy="640080"/>
          </a:xfrm>
          <a:prstGeom prst="rect">
            <a:avLst/>
          </a:prstGeom>
        </p:spPr>
      </p:pic>
      <p:sp>
        <p:nvSpPr>
          <p:cNvPr id="6" name="Text 3"/>
          <p:cNvSpPr txBox="1"/>
          <p:nvPr/>
        </p:nvSpPr>
        <p:spPr>
          <a:xfrm>
            <a:off x="548640"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7" name="Text 4"/>
          <p:cNvSpPr txBox="1"/>
          <p:nvPr/>
        </p:nvSpPr>
        <p:spPr>
          <a:xfrm>
            <a:off x="457200"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Repérer</a:t>
            </a:r>
            <a:endParaRPr lang="fr-FR" sz="2600" dirty="0"/>
          </a:p>
        </p:txBody>
      </p:sp>
      <p:sp>
        <p:nvSpPr>
          <p:cNvPr id="8" name="Text 5"/>
          <p:cNvSpPr txBox="1"/>
          <p:nvPr/>
        </p:nvSpPr>
        <p:spPr>
          <a:xfrm>
            <a:off x="457200"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9" name="Shape 6"/>
          <p:cNvSpPr/>
          <p:nvPr/>
        </p:nvSpPr>
        <p:spPr>
          <a:xfrm>
            <a:off x="3185084" y="2514600"/>
            <a:ext cx="1280160" cy="1280160"/>
          </a:xfrm>
          <a:prstGeom prst="ellipse">
            <a:avLst/>
          </a:prstGeom>
          <a:solidFill>
            <a:srgbClr val="1B2233"/>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05124" y="2834640"/>
            <a:ext cx="640080" cy="640080"/>
          </a:xfrm>
          <a:prstGeom prst="rect">
            <a:avLst/>
          </a:prstGeom>
        </p:spPr>
      </p:pic>
      <p:sp>
        <p:nvSpPr>
          <p:cNvPr id="11" name="Text 7"/>
          <p:cNvSpPr txBox="1"/>
          <p:nvPr/>
        </p:nvSpPr>
        <p:spPr>
          <a:xfrm>
            <a:off x="2819324"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2" name="Text 8"/>
          <p:cNvSpPr txBox="1"/>
          <p:nvPr/>
        </p:nvSpPr>
        <p:spPr>
          <a:xfrm>
            <a:off x="2727884"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Décrire</a:t>
            </a:r>
            <a:endParaRPr lang="fr-FR" sz="2600" dirty="0"/>
          </a:p>
        </p:txBody>
      </p:sp>
      <p:sp>
        <p:nvSpPr>
          <p:cNvPr id="13" name="Text 9"/>
          <p:cNvSpPr txBox="1"/>
          <p:nvPr/>
        </p:nvSpPr>
        <p:spPr>
          <a:xfrm>
            <a:off x="2727884"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4" name="Shape 10"/>
          <p:cNvSpPr/>
          <p:nvPr/>
        </p:nvSpPr>
        <p:spPr>
          <a:xfrm>
            <a:off x="5455768" y="2514600"/>
            <a:ext cx="1280160" cy="1280160"/>
          </a:xfrm>
          <a:prstGeom prst="ellipse">
            <a:avLst/>
          </a:prstGeom>
          <a:solidFill>
            <a:srgbClr val="B8235A"/>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75808" y="2834640"/>
            <a:ext cx="640080" cy="640080"/>
          </a:xfrm>
          <a:prstGeom prst="rect">
            <a:avLst/>
          </a:prstGeom>
        </p:spPr>
      </p:pic>
      <p:sp>
        <p:nvSpPr>
          <p:cNvPr id="16" name="Text 11"/>
          <p:cNvSpPr txBox="1"/>
          <p:nvPr/>
        </p:nvSpPr>
        <p:spPr>
          <a:xfrm>
            <a:off x="5090008"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7" name="Text 12"/>
          <p:cNvSpPr txBox="1"/>
          <p:nvPr/>
        </p:nvSpPr>
        <p:spPr>
          <a:xfrm>
            <a:off x="4998568"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Générer</a:t>
            </a:r>
            <a:endParaRPr lang="fr-FR" sz="2600" dirty="0"/>
          </a:p>
        </p:txBody>
      </p:sp>
      <p:sp>
        <p:nvSpPr>
          <p:cNvPr id="18" name="Text 13"/>
          <p:cNvSpPr txBox="1"/>
          <p:nvPr/>
        </p:nvSpPr>
        <p:spPr>
          <a:xfrm>
            <a:off x="4998568"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Claude rédige</a:t>
            </a:r>
            <a:endParaRPr lang="fr-FR" sz="1700" dirty="0"/>
          </a:p>
        </p:txBody>
      </p:sp>
      <p:sp>
        <p:nvSpPr>
          <p:cNvPr id="19" name="Shape 14"/>
          <p:cNvSpPr/>
          <p:nvPr/>
        </p:nvSpPr>
        <p:spPr>
          <a:xfrm>
            <a:off x="7726451" y="2514600"/>
            <a:ext cx="1280160" cy="1280160"/>
          </a:xfrm>
          <a:prstGeom prst="ellipse">
            <a:avLst/>
          </a:prstGeom>
          <a:solidFill>
            <a:srgbClr val="1B2233"/>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046491" y="2834640"/>
            <a:ext cx="640080" cy="640080"/>
          </a:xfrm>
          <a:prstGeom prst="rect">
            <a:avLst/>
          </a:prstGeom>
        </p:spPr>
      </p:pic>
      <p:sp>
        <p:nvSpPr>
          <p:cNvPr id="21" name="Text 15"/>
          <p:cNvSpPr txBox="1"/>
          <p:nvPr/>
        </p:nvSpPr>
        <p:spPr>
          <a:xfrm>
            <a:off x="7360691"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22" name="Text 16"/>
          <p:cNvSpPr txBox="1"/>
          <p:nvPr/>
        </p:nvSpPr>
        <p:spPr>
          <a:xfrm>
            <a:off x="7269251"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Tester</a:t>
            </a:r>
            <a:endParaRPr lang="fr-FR" sz="2600" dirty="0"/>
          </a:p>
        </p:txBody>
      </p:sp>
      <p:sp>
        <p:nvSpPr>
          <p:cNvPr id="23" name="Text 17"/>
          <p:cNvSpPr txBox="1"/>
          <p:nvPr/>
        </p:nvSpPr>
        <p:spPr>
          <a:xfrm>
            <a:off x="7269251"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4" name="Shape 18"/>
          <p:cNvSpPr/>
          <p:nvPr/>
        </p:nvSpPr>
        <p:spPr>
          <a:xfrm>
            <a:off x="9997135" y="2514600"/>
            <a:ext cx="1280160" cy="1280160"/>
          </a:xfrm>
          <a:prstGeom prst="ellipse">
            <a:avLst/>
          </a:prstGeom>
          <a:solidFill>
            <a:srgbClr val="1B2233"/>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317175" y="2834640"/>
            <a:ext cx="640080" cy="640080"/>
          </a:xfrm>
          <a:prstGeom prst="rect">
            <a:avLst/>
          </a:prstGeom>
        </p:spPr>
      </p:pic>
      <p:sp>
        <p:nvSpPr>
          <p:cNvPr id="26" name="Text 19"/>
          <p:cNvSpPr txBox="1"/>
          <p:nvPr/>
        </p:nvSpPr>
        <p:spPr>
          <a:xfrm>
            <a:off x="9631375"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7" name="Text 20"/>
          <p:cNvSpPr txBox="1"/>
          <p:nvPr/>
        </p:nvSpPr>
        <p:spPr>
          <a:xfrm>
            <a:off x="9539935"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Ajuster</a:t>
            </a:r>
            <a:endParaRPr lang="fr-FR" sz="2600" dirty="0"/>
          </a:p>
        </p:txBody>
      </p:sp>
      <p:sp>
        <p:nvSpPr>
          <p:cNvPr id="28" name="Text 21"/>
          <p:cNvSpPr txBox="1"/>
          <p:nvPr/>
        </p:nvSpPr>
        <p:spPr>
          <a:xfrm>
            <a:off x="9539935"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sp>
        <p:nvSpPr>
          <p:cNvPr id="29" name="Shape 22"/>
          <p:cNvSpPr/>
          <p:nvPr/>
        </p:nvSpPr>
        <p:spPr>
          <a:xfrm>
            <a:off x="6492240" y="5623560"/>
            <a:ext cx="5029200" cy="548640"/>
          </a:xfrm>
          <a:prstGeom prst="roundRect">
            <a:avLst>
              <a:gd name="adj" fmla="val 50000"/>
            </a:avLst>
          </a:prstGeom>
          <a:solidFill>
            <a:srgbClr val="FBE7EF"/>
          </a:solidFill>
          <a:ln/>
        </p:spPr>
      </p:sp>
      <p:pic>
        <p:nvPicPr>
          <p:cNvPr id="30"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5742432"/>
            <a:ext cx="310896" cy="310896"/>
          </a:xfrm>
          <a:prstGeom prst="rect">
            <a:avLst/>
          </a:prstGeom>
        </p:spPr>
      </p:pic>
      <p:sp>
        <p:nvSpPr>
          <p:cNvPr id="31" name="Text 23"/>
          <p:cNvSpPr txBox="1"/>
          <p:nvPr/>
        </p:nvSpPr>
        <p:spPr>
          <a:xfrm>
            <a:off x="7178040" y="5623560"/>
            <a:ext cx="4297680" cy="548640"/>
          </a:xfrm>
          <a:prstGeom prst="rect">
            <a:avLst/>
          </a:prstGeom>
          <a:noFill/>
          <a:ln/>
        </p:spPr>
        <p:txBody>
          <a:bodyPr wrap="square" lIns="0" tIns="0" rIns="0" bIns="0" rtlCol="0" anchor="ctr"/>
          <a:lstStyle/>
          <a:p>
            <a:pPr indent="0" marL="0">
              <a:buNone/>
            </a:pPr>
            <a:r>
              <a:rPr lang="fr-FR" altLang="en-US" sz="1700" b="1" dirty="0">
                <a:solidFill>
                  <a:srgbClr val="B8235A"/>
                </a:solidFill>
                <a:latin typeface="Calibri" pitchFamily="34" charset="0"/>
                <a:ea typeface="Calibri" pitchFamily="34" charset="-122"/>
                <a:cs typeface="Calibri" pitchFamily="34" charset="-120"/>
              </a:rPr>
              <a:t>On boucle 2 ou 3 fois : c'est normal</a:t>
            </a:r>
            <a:endParaRPr lang="fr-FR" sz="1700" dirty="0"/>
          </a:p>
        </p:txBody>
      </p:sp>
      <p:sp>
        <p:nvSpPr>
          <p:cNvPr id="32" name="Text 2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Avec plaisir ! Trois questions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 · skill prête</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Enregistrer</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Télécharger le .zip et l'envoyer</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8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30</a:t>
            </a:r>
            <a:endParaRPr lang="fr-FR"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2026-09-23T08:52:39Z</dcterms:created>
  <dcterms:modified xsi:type="dcterms:W3CDTF">2026-09-23T08:52:39Z</dcterms:modified>
</cp:coreProperties>
</file>